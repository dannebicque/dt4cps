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09" d="100"/>
          <a:sy n="109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732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95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25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6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6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28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83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26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7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47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67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66E4C-5CA4-F74E-9023-68A50CBAB039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2F622-7B40-4F42-A85D-3D61CB454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5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5545-942A-18FB-87B7-F53E73B7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22DF814-0853-3973-3809-E2D7EE00EE89}"/>
              </a:ext>
            </a:extLst>
          </p:cNvPr>
          <p:cNvCxnSpPr>
            <a:cxnSpLocks/>
          </p:cNvCxnSpPr>
          <p:nvPr/>
        </p:nvCxnSpPr>
        <p:spPr>
          <a:xfrm flipV="1">
            <a:off x="5345906" y="0"/>
            <a:ext cx="0" cy="7559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3F34E95-B173-31A6-71B1-6A30636B80D6}"/>
              </a:ext>
            </a:extLst>
          </p:cNvPr>
          <p:cNvSpPr txBox="1"/>
          <p:nvPr/>
        </p:nvSpPr>
        <p:spPr>
          <a:xfrm>
            <a:off x="6701876" y="558748"/>
            <a:ext cx="2669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solidFill>
                  <a:schemeClr val="tx2"/>
                </a:solidFill>
                <a:latin typeface="Arial Rounded MT Bold" panose="020F0704030504030204" pitchFamily="34" charset="77"/>
                <a:ea typeface="Malgun Gothic" panose="020B0503020000020004" pitchFamily="34" charset="-127"/>
                <a:cs typeface="AkayaKanadaka" panose="02010502080401010103" pitchFamily="2" charset="77"/>
              </a:rPr>
              <a:t>MSR 2025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1BAD31-901F-B221-3233-4345AFB0B7BF}"/>
              </a:ext>
            </a:extLst>
          </p:cNvPr>
          <p:cNvSpPr txBox="1"/>
          <p:nvPr/>
        </p:nvSpPr>
        <p:spPr>
          <a:xfrm>
            <a:off x="5381260" y="5646003"/>
            <a:ext cx="5345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b="0" i="0" dirty="0">
                <a:solidFill>
                  <a:schemeClr val="tx2"/>
                </a:solidFill>
                <a:effectLst/>
              </a:rPr>
              <a:t>Université de Reims Champagne-Ardenne</a:t>
            </a:r>
            <a:endParaRPr lang="fr-FR" dirty="0">
              <a:solidFill>
                <a:schemeClr val="tx2"/>
              </a:solidFill>
              <a:effectLst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04EDE2-BCE5-0B39-FF50-7C6FDDB74C76}"/>
              </a:ext>
            </a:extLst>
          </p:cNvPr>
          <p:cNvSpPr txBox="1"/>
          <p:nvPr/>
        </p:nvSpPr>
        <p:spPr>
          <a:xfrm>
            <a:off x="5363675" y="3668484"/>
            <a:ext cx="5345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b="0" i="0" dirty="0" err="1">
                <a:solidFill>
                  <a:schemeClr val="tx2"/>
                </a:solidFill>
                <a:effectLst/>
              </a:rPr>
              <a:t>CReSTIC</a:t>
            </a:r>
            <a:endParaRPr lang="fr-FR" dirty="0">
              <a:solidFill>
                <a:schemeClr val="tx2"/>
              </a:solidFill>
              <a:effectLst/>
            </a:endParaRPr>
          </a:p>
          <a:p>
            <a:pPr algn="ctr" rtl="0">
              <a:buNone/>
            </a:pPr>
            <a:r>
              <a:rPr lang="fr-FR" b="0" i="0" dirty="0">
                <a:solidFill>
                  <a:schemeClr val="tx2"/>
                </a:solidFill>
                <a:effectLst/>
              </a:rPr>
              <a:t>Centre de Recherche en STIC</a:t>
            </a:r>
            <a:endParaRPr lang="fr-FR" dirty="0">
              <a:solidFill>
                <a:schemeClr val="tx2"/>
              </a:solidFill>
              <a:effectLst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67D07C-4258-0C22-00D4-A3419EBF1EA4}"/>
              </a:ext>
            </a:extLst>
          </p:cNvPr>
          <p:cNvSpPr txBox="1"/>
          <p:nvPr/>
        </p:nvSpPr>
        <p:spPr>
          <a:xfrm>
            <a:off x="5346090" y="2282893"/>
            <a:ext cx="5380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b="0" i="0" dirty="0">
                <a:solidFill>
                  <a:schemeClr val="tx2"/>
                </a:solidFill>
                <a:effectLst/>
              </a:rPr>
              <a:t>Reims, du 19 au 21 novembre 2025</a:t>
            </a:r>
            <a:endParaRPr lang="fr-FR" dirty="0">
              <a:solidFill>
                <a:schemeClr val="tx2"/>
              </a:solidFill>
              <a:effectLst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1805FC-BA2F-9AC4-F94A-1C2EE28C5043}"/>
              </a:ext>
            </a:extLst>
          </p:cNvPr>
          <p:cNvSpPr txBox="1"/>
          <p:nvPr/>
        </p:nvSpPr>
        <p:spPr>
          <a:xfrm>
            <a:off x="199291" y="281354"/>
            <a:ext cx="478301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Vendredi 21 Novembre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A58085-C84B-329B-8A40-D122F18A1A63}"/>
              </a:ext>
            </a:extLst>
          </p:cNvPr>
          <p:cNvSpPr txBox="1"/>
          <p:nvPr/>
        </p:nvSpPr>
        <p:spPr>
          <a:xfrm>
            <a:off x="199291" y="4654061"/>
            <a:ext cx="478301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Informations complémentaires</a:t>
            </a:r>
          </a:p>
        </p:txBody>
      </p:sp>
    </p:spTree>
    <p:extLst>
      <p:ext uri="{BB962C8B-B14F-4D97-AF65-F5344CB8AC3E}">
        <p14:creationId xmlns:p14="http://schemas.microsoft.com/office/powerpoint/2010/main" val="22070698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25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ANNEBICQUE</dc:creator>
  <cp:lastModifiedBy>DAVID ANNEBICQUE</cp:lastModifiedBy>
  <cp:revision>2</cp:revision>
  <dcterms:created xsi:type="dcterms:W3CDTF">2025-11-13T06:19:50Z</dcterms:created>
  <dcterms:modified xsi:type="dcterms:W3CDTF">2025-11-13T06:27:09Z</dcterms:modified>
</cp:coreProperties>
</file>